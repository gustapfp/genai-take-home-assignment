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Amazon as a key market player with a $1 trillion market cap. Highlight its growth in e-commerce and AWS. Mention its origin and Prime's contribution.</a:t>
            </a:r>
          </a:p>
          <a:p/>
          <a:p>
            <a:r>
              <a:t>Sources:</a:t>
            </a:r>
          </a:p>
          <a:p>
            <a:r>
              <a:t>- https://www.nasdaq.com/market-activity/stocks/amzn</a:t>
            </a:r>
          </a:p>
          <a:p>
            <a:r>
              <a:t>- https://www.forbes.com/companies/amazon/</a:t>
            </a:r>
          </a:p>
          <a:p>
            <a:r>
              <a:t>- https://www.investopedia.com/amazon-stock-analysis-4689755</a:t>
            </a:r>
          </a:p>
          <a:p>
            <a:r>
              <a:t>- https://www.amazon.com/gp/help/customer/display.html?nodeId=201365360</a:t>
            </a:r>
          </a:p>
          <a:p>
            <a:r>
              <a:t>- https://www.statista.com/statistics/791122/amazon-prime-membership-worldwide/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factors like company performance and market trends influencing Amazon's stock. Highlight the focus on growth areas and investments. Note regulatory impacts and restructuring efforts.</a:t>
            </a:r>
          </a:p>
          <a:p/>
          <a:p>
            <a:r>
              <a:t>Sources:</a:t>
            </a:r>
          </a:p>
          <a:p>
            <a:r>
              <a:t>- https://myamazonguy.com/amazon-stock-price/</a:t>
            </a:r>
          </a:p>
          <a:p>
            <a:r>
              <a:t>- https://www.barchart.com/story/news/37254765/dear-amazon-stock-fans-more-layoffs-are-coming-this-week</a:t>
            </a:r>
          </a:p>
          <a:p>
            <a:r>
              <a:t>- https://www.bnnbloomberg.ca/business/company-news/2026/01/28/amazon-cuts-16000-jobs-in-its-latest-round-of-layoffs/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Amazon's solid financial projections and earnings performance. Mention AWS's significant contributions and growth potential. Note the rising advertising revenues.</a:t>
            </a:r>
          </a:p>
          <a:p/>
          <a:p>
            <a:r>
              <a:t>Sources:</a:t>
            </a:r>
          </a:p>
          <a:p>
            <a:r>
              <a:t>- https://www.cnbc.com/2025/10/30/amazon-amzn-q3-earnings-report-2025.html</a:t>
            </a:r>
          </a:p>
          <a:p>
            <a:r>
              <a:t>- https://www.fool.com/investing/2026/01/27/why-feb-5-could-be-big-day-amazon-investors-ai/</a:t>
            </a:r>
          </a:p>
          <a:p>
            <a:r>
              <a:t>- https://www.forbes.com/sites/greatspeculations/2026/01/02/amazon-stock-in-2026-show-me-the-growth/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future projections for Amazon, focusing on growth in online sales and earnings. Highlight AWS's resilience and analyst optimism regarding stock performance.</a:t>
            </a:r>
          </a:p>
          <a:p/>
          <a:p>
            <a:r>
              <a:t>Sources:</a:t>
            </a:r>
          </a:p>
          <a:p>
            <a:r>
              <a:t>- https://qubit.capital/blog/high-growth-startup-sectors</a:t>
            </a:r>
          </a:p>
          <a:p>
            <a:r>
              <a:t>- https://www.fool.com/investing/2026/01/03/where-will-amazon-amzn-stock-be-in-3-years/</a:t>
            </a:r>
          </a:p>
          <a:p>
            <a:r>
              <a:t>- https://www.benzinga.com/insights/analyst-ratings/26/01/50140007/breaking-down-amazon-com-38-analysts-share-their-views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strengths of investing in Amazon, emphasizing AWS's market lead and financial strategy. Balance with risks like AWS growth potential and market uncertainties.</a:t>
            </a:r>
          </a:p>
          <a:p/>
          <a:p>
            <a:r>
              <a:t>Sources:</a:t>
            </a:r>
          </a:p>
          <a:p>
            <a:r>
              <a:t>- https://www.aol.com/articles/3-reasons-buy-amazon-stock-172000557.html</a:t>
            </a:r>
          </a:p>
          <a:p>
            <a:r>
              <a:t>- https://www.fool.com/investing/2025/12/03/2-reasons-ill-never-sell-amazon-stock/</a:t>
            </a:r>
          </a:p>
          <a:p>
            <a:r>
              <a:t>- https://www.forbes.com/sites/greatspeculations/2025/12/26/amazon-stock-faces-dangershere-are-some-warning-signs/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Amazon Stock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Amazon (AMZN) on NASDAQ – $1T market cap</a:t>
            </a:r>
          </a:p>
          <a:p>
            <a:r>
              <a:t>Stock up 60% in past year</a:t>
            </a:r>
          </a:p>
          <a:p>
            <a:r>
              <a:t>Rapid growth in e-commerce and AWS</a:t>
            </a:r>
          </a:p>
          <a:p>
            <a:r>
              <a:t>Founded by Jeff Bezos in 1994</a:t>
            </a:r>
          </a:p>
          <a:p>
            <a:r>
              <a:t>Over 200M Prime subscribers globally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Factors Influencing Amazon's Stock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Company performance and market trends affect price</a:t>
            </a:r>
          </a:p>
          <a:p>
            <a:r>
              <a:t>No dividends; reinvestment in growth areas like AWS</a:t>
            </a:r>
          </a:p>
          <a:p>
            <a:r>
              <a:t>Regulatory changes can influence prices</a:t>
            </a:r>
          </a:p>
          <a:p>
            <a:r>
              <a:t>Multi-billion investments in AI, data centers</a:t>
            </a:r>
          </a:p>
          <a:p>
            <a:r>
              <a:t>Recent layoffs to streamline amidst AI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Amazon's 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Sales projections: $209.5B surpassing estimates</a:t>
            </a:r>
          </a:p>
          <a:p>
            <a:r>
              <a:t>Operating income above expectations: $21B–$26B</a:t>
            </a:r>
          </a:p>
          <a:p>
            <a:r>
              <a:t>EPS increase by 42%; AWS grows at 20.2%</a:t>
            </a:r>
          </a:p>
          <a:p>
            <a:r>
              <a:t>Advertising revenue on the rise: $17.7B in Q3</a:t>
            </a:r>
          </a:p>
          <a:p>
            <a:r>
              <a:t>AWS projected to exceed $172B revenue by 2026</a:t>
            </a:r>
          </a:p>
        </p:txBody>
      </p:sp>
      <p:pic>
        <p:nvPicPr>
          <p:cNvPr id="4" name="Picture 3" descr="chart_Amazon_Financial_Performance_17697521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497319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Trends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Online sales to reach $6.9T–$8.1T by 2026</a:t>
            </a:r>
          </a:p>
          <a:p>
            <a:r>
              <a:t>CAGR for revenue and EPS: 12% and 20%</a:t>
            </a:r>
          </a:p>
          <a:p>
            <a:r>
              <a:t>AWS maintains strong position despite AI competition</a:t>
            </a:r>
          </a:p>
          <a:p>
            <a:r>
              <a:t>Analysts' optimism: Target price $302 vs $282</a:t>
            </a:r>
          </a:p>
          <a:p>
            <a:r>
              <a:t>Potential for $2T market cap by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Investing in Amazon Stock: 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AWS leads with 29% market share</a:t>
            </a:r>
          </a:p>
          <a:p>
            <a:r>
              <a:t>$125B invested in AI development</a:t>
            </a:r>
          </a:p>
          <a:p>
            <a:r>
              <a:t>AWS 65% of total operating income</a:t>
            </a:r>
          </a:p>
          <a:p>
            <a:r>
              <a:t>Strong cash flow supports reinvestments</a:t>
            </a:r>
          </a:p>
          <a:p>
            <a:r>
              <a:t>Risks: AWS slowdown, market fluctuations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